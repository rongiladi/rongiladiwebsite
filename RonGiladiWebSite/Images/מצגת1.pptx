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4B7AECB-BD2D-0774-6D2C-020CFDB65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8877E410-4E33-1ABA-D76D-5ED81447C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1970978-7E98-92C1-9BEA-77BE92C71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51E5F55-7AD8-125E-50A2-2776B8E3F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EDF86D1-B156-596E-89F3-7B0AFA3FC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54051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0E1A2CC-DFD1-622B-6B63-66401E0CD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A29C84F0-B869-42EC-C554-AFCA67FBC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ACE9D7B-1D43-3A1B-F3F1-06C16FD6A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7E86568-E965-3BEE-9737-584340B6C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86291A9-87CE-66EB-BF6E-4406A6E01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6046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02DF172-2403-3F03-F212-759908D32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6C5B9E01-7C42-A104-2DEC-6F366C7940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8DFEEFC-9B76-1BC8-2A25-CE9864AF8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9992FA5-DB34-E981-047D-AE1972024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EB349DB-B46B-57E9-E35C-5E534B987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20955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60AF9F1-1D07-1521-DAD5-3D8E91C2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9AE3832-B1CC-B9FB-95AB-F19F796BF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1F4293D-58C5-0416-F38F-9709B6841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0D56A378-ED1B-DF6F-A46E-98193B12D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7FCBA10-2867-8388-6220-43B48FA67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DB75EE63-2839-0865-F1B8-A2429F737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19099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970F38B-422D-6A08-CDF7-FEFCE09F9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A11CC09-8785-BDB9-543B-14780FC43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0D9920F-87BA-AD3B-9871-9D62D1A801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9625D152-0840-827A-028F-066AD74D28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7834E2BB-A45F-E78C-9F9B-94C429CDF6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9EE01EC-9CC8-08F2-1460-40FAD6ECB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5BE22CC9-193D-FA02-CCDD-4DAEE939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85C6DF8F-7E97-A997-DF2B-F5A82CB3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6766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ED972F9-F191-DD00-887D-AD6F489F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CE2FFE18-1829-FE13-B267-FD0FF7DD8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9AD923F-8B53-8EC0-FC81-60596FE3C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40748691-F2DE-E102-86C0-A515FA371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42944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15C4BCC9-6972-7410-05D5-16DB6F53B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87E1E24B-75A7-B8BF-F868-051B74105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4D4FE6E-8809-1539-32F1-BDC712BA7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30560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CDFCACF-7ED3-9983-6520-5C02DE402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9E77F37-D1BF-38B6-A117-EF49E113E8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AE66C6D1-D378-A483-95F9-1F2B05767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773BB4E-CA2A-5DE8-CF88-3B2846CAA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E54F16E-AA3B-B67F-A5DE-D409F14E1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BBF765F1-66D7-77F1-DCC1-DB726837F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8699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5DC145A-ADDE-5450-49B4-0FE20AB79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C9DF2FC9-4B81-99E4-CF8F-B2AC0F855E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2522AEE8-B3CA-58F8-0DCC-25795BB5F5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95DAD6C1-8D41-EA4C-CA87-185193C76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512AA97F-8F2A-973B-88A1-816F37780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CCD835B1-7369-1507-E7C5-51EC1AC21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08348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7D613BC-C282-E9B5-CA47-C02A0C14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CA19E601-68D9-9CEA-0A90-449F62AB4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3B90DC9-5121-A5A2-261B-467F288BB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6D7B49E-93FB-14D6-CA19-E88E9DF0A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A858622-3781-F6AA-3C97-AC6637C85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7975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9A51FE2C-D04A-EB23-FE66-5A1EA7BB84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F125A1AE-D1C2-A05E-F17A-E57F50CF8B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839866B-BD56-1984-6DC7-24350057C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3091278-D855-A82B-235A-C1C4F0A0B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057C7D0-666C-5BFB-1B91-A99E037F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53436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F9DBFCFF-AAC2-DD4C-0CFF-D46A0787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94351EB3-B36D-001B-7A76-7B85A602B1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A91B855-3A11-77DA-B9D5-B500484574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B9C109-431A-4F23-B65A-EB4FF5AAF194}" type="datetimeFigureOut">
              <a:rPr lang="he-IL" smtClean="0"/>
              <a:t>כ'/כסלו/תשפ"ו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ADE54A1-A2C7-EB13-26B5-BF323AD218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040409A-DB05-9649-6D6A-3AC9693783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C9971-A7C0-42D8-905D-419F578BF06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84320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46B9E45-1DFF-A7E7-8158-4A888CF84A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811587E-FA72-901D-164E-26ED7CBC40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לבן: פינות מעוגלות 4">
            <a:extLst>
              <a:ext uri="{FF2B5EF4-FFF2-40B4-BE49-F238E27FC236}">
                <a16:creationId xmlns:a16="http://schemas.microsoft.com/office/drawing/2014/main" id="{A18A7909-3073-6AED-1949-FA01DB3911D1}"/>
              </a:ext>
            </a:extLst>
          </p:cNvPr>
          <p:cNvSpPr/>
          <p:nvPr/>
        </p:nvSpPr>
        <p:spPr>
          <a:xfrm>
            <a:off x="8247888" y="1435608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דף הבית</a:t>
            </a:r>
          </a:p>
        </p:txBody>
      </p:sp>
      <p:sp>
        <p:nvSpPr>
          <p:cNvPr id="8" name="מלבן: פינות מעוגלות 7">
            <a:extLst>
              <a:ext uri="{FF2B5EF4-FFF2-40B4-BE49-F238E27FC236}">
                <a16:creationId xmlns:a16="http://schemas.microsoft.com/office/drawing/2014/main" id="{56546FAD-88F1-8D79-EB9A-66F0F006105B}"/>
              </a:ext>
            </a:extLst>
          </p:cNvPr>
          <p:cNvSpPr/>
          <p:nvPr/>
        </p:nvSpPr>
        <p:spPr>
          <a:xfrm>
            <a:off x="3919728" y="2316163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אודות</a:t>
            </a:r>
          </a:p>
        </p:txBody>
      </p:sp>
      <p:sp>
        <p:nvSpPr>
          <p:cNvPr id="9" name="מלבן: פינות מעוגלות 8">
            <a:extLst>
              <a:ext uri="{FF2B5EF4-FFF2-40B4-BE49-F238E27FC236}">
                <a16:creationId xmlns:a16="http://schemas.microsoft.com/office/drawing/2014/main" id="{13FEDAD7-5D16-6AA6-FB96-4E0B8E645C4A}"/>
              </a:ext>
            </a:extLst>
          </p:cNvPr>
          <p:cNvSpPr/>
          <p:nvPr/>
        </p:nvSpPr>
        <p:spPr>
          <a:xfrm>
            <a:off x="8180832" y="3696748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יצירת קשר</a:t>
            </a:r>
          </a:p>
        </p:txBody>
      </p:sp>
      <p:sp>
        <p:nvSpPr>
          <p:cNvPr id="10" name="מלבן: פינות מעוגלות 9">
            <a:extLst>
              <a:ext uri="{FF2B5EF4-FFF2-40B4-BE49-F238E27FC236}">
                <a16:creationId xmlns:a16="http://schemas.microsoft.com/office/drawing/2014/main" id="{538836AB-B11E-8865-EE26-D54EC401DCB7}"/>
              </a:ext>
            </a:extLst>
          </p:cNvPr>
          <p:cNvSpPr/>
          <p:nvPr/>
        </p:nvSpPr>
        <p:spPr>
          <a:xfrm>
            <a:off x="10003536" y="5349875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מדיניות פרטיות</a:t>
            </a:r>
          </a:p>
        </p:txBody>
      </p:sp>
      <p:sp>
        <p:nvSpPr>
          <p:cNvPr id="11" name="מלבן: פינות מעוגלות 10">
            <a:extLst>
              <a:ext uri="{FF2B5EF4-FFF2-40B4-BE49-F238E27FC236}">
                <a16:creationId xmlns:a16="http://schemas.microsoft.com/office/drawing/2014/main" id="{0170056D-0215-120D-4715-521B77CDC5C3}"/>
              </a:ext>
            </a:extLst>
          </p:cNvPr>
          <p:cNvSpPr/>
          <p:nvPr/>
        </p:nvSpPr>
        <p:spPr>
          <a:xfrm>
            <a:off x="1444752" y="4782947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מאמר 3</a:t>
            </a:r>
          </a:p>
        </p:txBody>
      </p:sp>
      <p:sp>
        <p:nvSpPr>
          <p:cNvPr id="12" name="מלבן: פינות מעוגלות 11">
            <a:extLst>
              <a:ext uri="{FF2B5EF4-FFF2-40B4-BE49-F238E27FC236}">
                <a16:creationId xmlns:a16="http://schemas.microsoft.com/office/drawing/2014/main" id="{019F57D7-AADA-7082-C021-D01E598480DC}"/>
              </a:ext>
            </a:extLst>
          </p:cNvPr>
          <p:cNvSpPr/>
          <p:nvPr/>
        </p:nvSpPr>
        <p:spPr>
          <a:xfrm>
            <a:off x="3919728" y="5735637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מאמר 2</a:t>
            </a:r>
          </a:p>
        </p:txBody>
      </p:sp>
      <p:sp>
        <p:nvSpPr>
          <p:cNvPr id="13" name="מלבן: פינות מעוגלות 12">
            <a:extLst>
              <a:ext uri="{FF2B5EF4-FFF2-40B4-BE49-F238E27FC236}">
                <a16:creationId xmlns:a16="http://schemas.microsoft.com/office/drawing/2014/main" id="{0B983800-73A7-57E7-A0D6-838E8159BC08}"/>
              </a:ext>
            </a:extLst>
          </p:cNvPr>
          <p:cNvSpPr/>
          <p:nvPr/>
        </p:nvSpPr>
        <p:spPr>
          <a:xfrm>
            <a:off x="7144512" y="5964936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he-IL" dirty="0"/>
              <a:t>מאמר 1</a:t>
            </a:r>
          </a:p>
        </p:txBody>
      </p:sp>
      <p:sp>
        <p:nvSpPr>
          <p:cNvPr id="14" name="מלבן: פינות מעוגלות 13">
            <a:extLst>
              <a:ext uri="{FF2B5EF4-FFF2-40B4-BE49-F238E27FC236}">
                <a16:creationId xmlns:a16="http://schemas.microsoft.com/office/drawing/2014/main" id="{DBDBA433-9B9B-046E-3595-0D5B9CF2ACBA}"/>
              </a:ext>
            </a:extLst>
          </p:cNvPr>
          <p:cNvSpPr/>
          <p:nvPr/>
        </p:nvSpPr>
        <p:spPr>
          <a:xfrm>
            <a:off x="5157216" y="1719072"/>
            <a:ext cx="1755648" cy="56692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/>
              <a:t>Forms.aspx</a:t>
            </a:r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2439982607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Office PowerPoint</Application>
  <PresentationFormat>מסך רחב</PresentationFormat>
  <Paragraphs>8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2025-12-10T10:20:17Z</dcterms:created>
  <dcterms:modified xsi:type="dcterms:W3CDTF">2025-12-10T10:20:25Z</dcterms:modified>
</cp:coreProperties>
</file>