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B7AECB-BD2D-0774-6D2C-020CFDB65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877E410-4E33-1ABA-D76D-5ED81447C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1970978-7E98-92C1-9BEA-77BE92C7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51E5F55-7AD8-125E-50A2-2776B8E3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EDF86D1-B156-596E-89F3-7B0AFA3F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4051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E1A2CC-DFD1-622B-6B63-66401E0C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29C84F0-B869-42EC-C554-AFCA67FBC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ACE9D7B-1D43-3A1B-F3F1-06C16FD6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7E86568-E965-3BEE-9737-584340B6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86291A9-87CE-66EB-BF6E-4406A6E0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604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2DF172-2403-3F03-F212-759908D3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C5B9E01-7C42-A104-2DEC-6F366C79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8DFEEFC-9B76-1BC8-2A25-CE9864AF8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9992FA5-DB34-E981-047D-AE1972024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EB349DB-B46B-57E9-E35C-5E534B987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0955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0AF9F1-1D07-1521-DAD5-3D8E91C2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9AE3832-B1CC-B9FB-95AB-F19F796BF7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71F4293D-58C5-0416-F38F-9709B6841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D56A378-ED1B-DF6F-A46E-98193B12D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7FCBA10-2867-8388-6220-43B48FA67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B75EE63-2839-0865-F1B8-A2429F73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9099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70F38B-422D-6A08-CDF7-FEFCE09F9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A11CC09-8785-BDB9-543B-14780FC43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0D9920F-87BA-AD3B-9871-9D62D1A80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625D152-0840-827A-028F-066AD74D2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834E2BB-A45F-E78C-9F9B-94C429CDF6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9EE01EC-9CC8-08F2-1460-40FAD6ECB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BE22CC9-193D-FA02-CCDD-4DAEE939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85C6DF8F-7E97-A997-DF2B-F5A82CB3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7660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ED972F9-F191-DD00-887D-AD6F489F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E2FFE18-1829-FE13-B267-FD0FF7DD8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9AD923F-8B53-8EC0-FC81-60596FE3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0748691-F2DE-E102-86C0-A515FA37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2944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15C4BCC9-6972-7410-05D5-16DB6F53B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7E1E24B-75A7-B8BF-F868-051B74105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4D4FE6E-8809-1539-32F1-BDC712BA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3056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DFCACF-7ED3-9983-6520-5C02DE402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9E77F37-D1BF-38B6-A117-EF49E113E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E66C6D1-D378-A483-95F9-1F2B05767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773BB4E-CA2A-5DE8-CF88-3B2846CA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E54F16E-AA3B-B67F-A5DE-D409F14E1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F765F1-66D7-77F1-DCC1-DB726837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69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DC145A-ADDE-5450-49B4-0FE20AB7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9DF2FC9-4B81-99E4-CF8F-B2AC0F855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522AEE8-B3CA-58F8-0DCC-25795BB5F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5DAD6C1-8D41-EA4C-CA87-185193C7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12AA97F-8F2A-973B-88A1-816F3778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CD835B1-7369-1507-E7C5-51EC1AC21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834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7D613BC-C282-E9B5-CA47-C02A0C14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A19E601-68D9-9CEA-0A90-449F62AB4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3B90DC9-5121-A5A2-261B-467F288B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6D7B49E-93FB-14D6-CA19-E88E9DF0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A858622-3781-F6AA-3C97-AC6637C85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9754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A51FE2C-D04A-EB23-FE66-5A1EA7BB8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125A1AE-D1C2-A05E-F17A-E57F50CF8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839866B-BD56-1984-6DC7-24350057C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3091278-D855-A82B-235A-C1C4F0A0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057C7D0-666C-5BFB-1B91-A99E037F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3436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9DBFCFF-AAC2-DD4C-0CFF-D46A0787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4351EB3-B36D-001B-7A76-7B85A602B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A91B855-3A11-77DA-B9D5-B50048457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9C109-431A-4F23-B65A-EB4FF5AAF194}" type="datetimeFigureOut">
              <a:rPr lang="he-IL" smtClean="0"/>
              <a:t>י"ח/סיון/תשפ"ו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ADE54A1-A2C7-EB13-26B5-BF323AD21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040409A-DB05-9649-6D6A-3AC969378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C9971-A7C0-42D8-905D-419F578BF06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8432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46B9E45-1DFF-A7E7-8158-4A888CF84A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811587E-FA72-901D-164E-26ED7CBC40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A18A7909-3073-6AED-1949-FA01DB3911D1}"/>
              </a:ext>
            </a:extLst>
          </p:cNvPr>
          <p:cNvSpPr/>
          <p:nvPr/>
        </p:nvSpPr>
        <p:spPr>
          <a:xfrm>
            <a:off x="8247888" y="1435608"/>
            <a:ext cx="1755648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דף הבית</a:t>
            </a: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56546FAD-88F1-8D79-EB9A-66F0F006105B}"/>
              </a:ext>
            </a:extLst>
          </p:cNvPr>
          <p:cNvSpPr/>
          <p:nvPr/>
        </p:nvSpPr>
        <p:spPr>
          <a:xfrm>
            <a:off x="3919728" y="2316163"/>
            <a:ext cx="1755648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אודות</a:t>
            </a: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13FEDAD7-5D16-6AA6-FB96-4E0B8E645C4A}"/>
              </a:ext>
            </a:extLst>
          </p:cNvPr>
          <p:cNvSpPr/>
          <p:nvPr/>
        </p:nvSpPr>
        <p:spPr>
          <a:xfrm>
            <a:off x="8180832" y="3696748"/>
            <a:ext cx="1755648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יצירת קשר</a:t>
            </a:r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538836AB-B11E-8865-EE26-D54EC401DCB7}"/>
              </a:ext>
            </a:extLst>
          </p:cNvPr>
          <p:cNvSpPr/>
          <p:nvPr/>
        </p:nvSpPr>
        <p:spPr>
          <a:xfrm>
            <a:off x="10003536" y="5349875"/>
            <a:ext cx="1755648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מדיניות פרטיות</a:t>
            </a: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0170056D-0215-120D-4715-521B77CDC5C3}"/>
              </a:ext>
            </a:extLst>
          </p:cNvPr>
          <p:cNvSpPr/>
          <p:nvPr/>
        </p:nvSpPr>
        <p:spPr>
          <a:xfrm>
            <a:off x="1444752" y="4782947"/>
            <a:ext cx="1755648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מאמר 3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019F57D7-AADA-7082-C021-D01E598480DC}"/>
              </a:ext>
            </a:extLst>
          </p:cNvPr>
          <p:cNvSpPr/>
          <p:nvPr/>
        </p:nvSpPr>
        <p:spPr>
          <a:xfrm>
            <a:off x="3919728" y="5735637"/>
            <a:ext cx="1755648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מאמר 2</a:t>
            </a: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0B983800-73A7-57E7-A0D6-838E8159BC08}"/>
              </a:ext>
            </a:extLst>
          </p:cNvPr>
          <p:cNvSpPr/>
          <p:nvPr/>
        </p:nvSpPr>
        <p:spPr>
          <a:xfrm>
            <a:off x="7144512" y="5964936"/>
            <a:ext cx="1755648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מאמר 1</a:t>
            </a:r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DBDBA433-9B9B-046E-3595-0D5B9CF2ACBA}"/>
              </a:ext>
            </a:extLst>
          </p:cNvPr>
          <p:cNvSpPr/>
          <p:nvPr/>
        </p:nvSpPr>
        <p:spPr>
          <a:xfrm>
            <a:off x="5157216" y="1719072"/>
            <a:ext cx="1755648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Forms.aspx</a:t>
            </a:r>
            <a:endParaRPr lang="he-IL" dirty="0"/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635A5E0D-EDEC-15B3-3671-74ED1FFB45CA}"/>
              </a:ext>
            </a:extLst>
          </p:cNvPr>
          <p:cNvSpPr/>
          <p:nvPr/>
        </p:nvSpPr>
        <p:spPr>
          <a:xfrm>
            <a:off x="9433560" y="644526"/>
            <a:ext cx="1755648" cy="5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דף כתבה לדוגמא</a:t>
            </a:r>
          </a:p>
        </p:txBody>
      </p:sp>
    </p:spTree>
    <p:extLst>
      <p:ext uri="{BB962C8B-B14F-4D97-AF65-F5344CB8AC3E}">
        <p14:creationId xmlns:p14="http://schemas.microsoft.com/office/powerpoint/2010/main" val="243998260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</Words>
  <Application>Microsoft Office PowerPoint</Application>
  <PresentationFormat>מסך רחב</PresentationFormat>
  <Paragraphs>9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2025-12-10T10:20:17Z</dcterms:created>
  <dcterms:modified xsi:type="dcterms:W3CDTF">2026-06-03T07:14:26Z</dcterms:modified>
</cp:coreProperties>
</file>